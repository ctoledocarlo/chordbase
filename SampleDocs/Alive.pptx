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FC4DC-EA1A-4B03-9C68-CB9B8DA774B5}" v="1" dt="2026-09-17T08:31:12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manuel Pascual" userId="qVdQckNrldqSXglvojx0U+Ba/D+JHYk1bfRiivONZ1g=" providerId="None" clId="Web-{1AAFC4DC-EA1A-4B03-9C68-CB9B8DA774B5}"/>
    <pc:docChg chg="addSld">
      <pc:chgData name="Immanuel Pascual" userId="qVdQckNrldqSXglvojx0U+Ba/D+JHYk1bfRiivONZ1g=" providerId="None" clId="Web-{1AAFC4DC-EA1A-4B03-9C68-CB9B8DA774B5}" dt="2026-09-17T08:31:12.276" v="0"/>
      <pc:docMkLst>
        <pc:docMk/>
      </pc:docMkLst>
      <pc:sldChg chg="add">
        <pc:chgData name="Immanuel Pascual" userId="qVdQckNrldqSXglvojx0U+Ba/D+JHYk1bfRiivONZ1g=" providerId="None" clId="Web-{1AAFC4DC-EA1A-4B03-9C68-CB9B8DA774B5}" dt="2026-09-17T08:31:12.276" v="0"/>
        <pc:sldMkLst>
          <pc:docMk/>
          <pc:sldMk cId="4279119367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13D4-EE1F-7B3A-D856-B30260F64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C8232-B836-BD7E-3FA6-E8C62A531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6DF78-719F-B1B9-F0AE-91937A54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3398F-87C6-7B93-7BF7-64C5E8AD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98E3-F607-7F93-8D58-1D6CE54F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670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28C3-C6F2-6E58-65AE-4382834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C57E-BC9A-CF85-AD35-46E4E127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0F150-FB7E-FC50-FECD-302AB124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B50E2-A13B-F56D-A2ED-36046439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9474-D44F-0555-F5BA-F496A9FE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99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953C-260B-C2B5-AECD-A47F424E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D8E64-AABA-34B2-B6DD-D420D29AD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BD978-38A5-14DB-3FF1-3235E974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32CEE-6E7B-9D5A-AC2B-6716C2AF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EDAE8-3679-A524-4A9D-DE678E67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324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52A9-BF0F-F7BE-3592-6B9DD21C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4521-37C2-3810-0E2D-FB03356E5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DC041-D0DB-9EDC-E40B-56FA0530B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1ECD4-6B2F-F77D-C95C-F0A48B3D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63191-19FC-08CC-07A6-0B211CD4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0BCA7-57F8-27DC-C496-73D377B5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63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A4BEF-5288-F9D1-5CD0-4DBFBC424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D438B-3E4B-103C-6005-CCC02B02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2FE4A-0070-1EC0-D078-C5CFA5996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1F304-CC1D-5A87-C665-A49F9174E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8F3A8-E57A-11F3-63A3-1CCD05EA9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57B76-DB21-4D90-69A1-AD62C6B9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7307-223F-9DCD-0361-37D2386B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A2F349-0144-5C2B-BA23-EC596958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116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8632-F5A0-91E7-C982-515983C8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95D7B-7404-5DE3-5A0E-2C431444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9C10D-F036-4670-593F-312D2C6F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9FC37-FF66-C66C-2214-287BF96F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04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7CFC9-7945-8383-64F8-0936B462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FC6E1-AAA7-AFAB-6962-86CB2FA7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0DA5C-CE8E-8099-66E8-DA25C8F5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19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F469-47A8-38B6-244B-E165FBDC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64BCD-F970-5120-83BB-D613B313D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6440-42E2-EF3E-7E1F-C4246C58A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572CB-9F94-64B5-6EB0-1FAF8227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3DE0C-C768-B6E0-8217-C23E15D3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BF296-526C-8300-A0AE-DB5E2F8A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957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D78F-F868-B2BB-FDBC-6DAAC5BC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89B3C-EF30-7C38-FE55-06B528749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B9517-7ED6-2026-26EF-C89DB9D6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AE3CE-D408-8E35-6177-C185816E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18F77-F62F-EA4E-89E2-03F7546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3B424-A7A6-F9B2-EDAE-6A09D7CE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45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EA27-AA65-2DEF-1B63-33ABFBFA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3F7E0-4765-505C-D9E8-09851126F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9241-6C80-86E2-0832-06D71C93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4D02-DFF6-1BA1-563E-88450F05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D4FE9-1C0E-D029-B10C-C89C8149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23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F9942-1E37-A1B0-18DC-A079264C5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458A6-F60E-EE61-82E5-D5268869A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320A7-2FF0-67F1-2860-CE0342C7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55D7-AEDF-2CCD-51A5-2259AD07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77E8B-22BD-D9D7-83C8-D58BD32B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167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3F5DB-9760-12FA-4BA6-CED0D967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0444E-27E8-0B9E-70B1-7133C156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6E1FD-380C-C965-A773-AA16AA643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1E1C2-6491-47C7-BD8E-BD981355E3B9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7096-F758-5E08-FBF6-B81C5830D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4A0E-FC67-0576-B055-511E7EBC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A4ECC-0E5C-4D77-80FE-D44C655110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64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BDFE3DC-60A2-53B9-B9B1-372D96390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04" y="209711"/>
            <a:ext cx="493204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Alive </a:t>
            </a:r>
            <a:r>
              <a:rPr lang="en-CA" sz="1100" b="1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Hillsongs</a:t>
            </a:r>
            <a:endParaRPr lang="en-CA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1100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1100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Intro (2x)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1100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CA" sz="1100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E/G# / A | / / / / | / </a:t>
            </a:r>
            <a:r>
              <a:rPr lang="en-CA" sz="1100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CA" sz="1100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/ B / | / / / 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1100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VERSE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E/G#   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 was lost with a broken heart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A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You picked me up now I'm set apart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E/G#  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the ash I am born again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Forever safe in the Saviour’s hands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VERSE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E/G#         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You are more than my words could say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A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I’ll follow You Lord for all my days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E/G#      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I’ll fix my eyes follow in Your ways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A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Forever free in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unend-ing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grace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PRE-CHORUS: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E/G#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Cause you are You are You are my freedom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We lift You higher lift You higher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E/G# 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Your love Your love Your love never ending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Oh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oh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oh</a:t>
            </a:r>
            <a:endParaRPr lang="en-US" sz="11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Intro 2x</a:t>
            </a:r>
            <a:endParaRPr lang="en-CA" sz="11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544EE30-E226-CAC2-D536-27BE200BE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520" y="118271"/>
            <a:ext cx="493204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CHORUS: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</a:t>
            </a:r>
            <a:r>
              <a:rPr lang="en-US" sz="1100" b="1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E/G#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are alive  in  us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A   </a:t>
            </a:r>
            <a:r>
              <a:rPr lang="en-US" sz="1100" b="1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Nothing can take Your place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</a:t>
            </a:r>
            <a:r>
              <a:rPr lang="en-US" sz="1100" b="1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E/G#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are all  we  need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 A  </a:t>
            </a:r>
            <a:r>
              <a:rPr lang="en-US" sz="1100" b="1" dirty="0" err="1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C#m</a:t>
            </a: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B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Your love has set us free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3: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E/G#       A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 the midst of the darkest night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A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B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Let Your love be the shining light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E/G#       A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Breaking chains that were holding me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A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B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sent Your Son down and set me free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E/G#            A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Everything of this world will fade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A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B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I'm pressing on till I see Your face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E/G#         A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 will live that Your will be done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A        </a:t>
            </a:r>
            <a:r>
              <a:rPr lang="en-US" sz="11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B</a:t>
            </a:r>
            <a:endParaRPr lang="en-US" sz="1100" b="1" dirty="0">
              <a:solidFill>
                <a:prstClr val="black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prstClr val="black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 won't stop till Your kingdom come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11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Pre-Chorus 1 &gt; Chorus &gt; Intro (3x)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Pre-Chorus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E/G#  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Cause you are You are You are my freedom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      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itchFamily="49" charset="0"/>
              </a:rPr>
              <a:t>C#m</a:t>
            </a: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We lift You higher 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61577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BDFE3DC-60A2-53B9-B9B1-372D96390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04" y="209711"/>
            <a:ext cx="493204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Alive </a:t>
            </a:r>
            <a:r>
              <a:rPr kumimoji="0" lang="en-CA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Hillsongs</a:t>
            </a:r>
            <a:endParaRPr kumimoji="0" lang="en-CA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Intro (2x)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B/D# / E | / / / / | /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/ F#/ | / / / 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1: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B/D#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 was lost with a broken heart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 E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picked me up now I'm set apart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B/D#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From the ash I am born again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Forever safe in the Saviour's hands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2: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B/D#      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are more than my words could say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E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I'll follow You Lord for all my days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B/D#   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I'll fix my eyes follow in Your ways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E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Forever free in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unend-ing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grace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PRE-CHORUS: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B/D#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Cause you are You are You are my freedom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E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We lift You higher lift You higher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B/D#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Your love Your love Your love never ending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E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Oh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oh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oh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Intro 2x</a:t>
            </a:r>
            <a:endParaRPr kumimoji="0" lang="en-CA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544EE30-E226-CAC2-D536-27BE200BE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520" y="118271"/>
            <a:ext cx="493204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CHORUS: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B/D#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are alive  in  us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E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Nothing can take Your place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B/D#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are all  we  need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 E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Your love has set us free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3: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B/D#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 the midst of the darkest night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E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Let Your love be the shining light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B/D#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Breaking chains that were holding 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 E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You sent Your Son down and set me free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VERSE 4: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B/D#     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Everything of this world will fade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     E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I'm pressing on till I see Your face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B/D#     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 will live that Your will be done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E 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 won't stop till Your kingdom come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Pre-Chorus 1 &gt; Chorus &gt; Intro (3x)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Pre-Chorus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B/D#    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Cause you are You are You are my freedom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E 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G#m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F#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We lift You higher Chorus</a:t>
            </a:r>
            <a:endParaRPr kumimoji="0" lang="en-CA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1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73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Immanuel Pascual</dc:creator>
  <cp:lastModifiedBy>Immanuel Pascual</cp:lastModifiedBy>
  <cp:revision>2</cp:revision>
  <dcterms:created xsi:type="dcterms:W3CDTF">2026-08-24T22:24:19Z</dcterms:created>
  <dcterms:modified xsi:type="dcterms:W3CDTF">2026-09-17T08:31:12Z</dcterms:modified>
</cp:coreProperties>
</file>